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7839B"/>
    <a:srgbClr val="2A6980"/>
    <a:srgbClr val="458097"/>
    <a:srgbClr val="5087A0"/>
    <a:srgbClr val="5E9CB0"/>
    <a:srgbClr val="2B6D85"/>
    <a:srgbClr val="317A95"/>
    <a:srgbClr val="48879F"/>
    <a:srgbClr val="5490AA"/>
    <a:srgbClr val="5999A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89" autoAdjust="0"/>
    <p:restoredTop sz="94660"/>
  </p:normalViewPr>
  <p:slideViewPr>
    <p:cSldViewPr snapToGrid="0">
      <p:cViewPr varScale="1">
        <p:scale>
          <a:sx n="85" d="100"/>
          <a:sy n="85" d="100"/>
        </p:scale>
        <p:origin x="456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나은 한" userId="17669a69eaae83d9" providerId="LiveId" clId="{D9C96EC6-A2DD-4B95-8B34-822D10616CAD}"/>
    <pc:docChg chg="undo custSel modSld">
      <pc:chgData name="나은 한" userId="17669a69eaae83d9" providerId="LiveId" clId="{D9C96EC6-A2DD-4B95-8B34-822D10616CAD}" dt="2026-04-17T12:30:43.886" v="44" actId="408"/>
      <pc:docMkLst>
        <pc:docMk/>
      </pc:docMkLst>
      <pc:sldChg chg="addSp delSp modSp mod">
        <pc:chgData name="나은 한" userId="17669a69eaae83d9" providerId="LiveId" clId="{D9C96EC6-A2DD-4B95-8B34-822D10616CAD}" dt="2026-04-17T12:30:43.886" v="44" actId="408"/>
        <pc:sldMkLst>
          <pc:docMk/>
          <pc:sldMk cId="1040390922" sldId="256"/>
        </pc:sldMkLst>
        <pc:spChg chg="mod">
          <ac:chgData name="나은 한" userId="17669a69eaae83d9" providerId="LiveId" clId="{D9C96EC6-A2DD-4B95-8B34-822D10616CAD}" dt="2026-04-17T12:29:57.215" v="32" actId="555"/>
          <ac:spMkLst>
            <pc:docMk/>
            <pc:sldMk cId="1040390922" sldId="256"/>
            <ac:spMk id="6" creationId="{00000000-0000-0000-0000-000000000000}"/>
          </ac:spMkLst>
        </pc:spChg>
        <pc:spChg chg="mod">
          <ac:chgData name="나은 한" userId="17669a69eaae83d9" providerId="LiveId" clId="{D9C96EC6-A2DD-4B95-8B34-822D10616CAD}" dt="2026-04-17T12:29:57.215" v="32" actId="555"/>
          <ac:spMkLst>
            <pc:docMk/>
            <pc:sldMk cId="1040390922" sldId="256"/>
            <ac:spMk id="7" creationId="{00000000-0000-0000-0000-000000000000}"/>
          </ac:spMkLst>
        </pc:spChg>
        <pc:spChg chg="mod">
          <ac:chgData name="나은 한" userId="17669a69eaae83d9" providerId="LiveId" clId="{D9C96EC6-A2DD-4B95-8B34-822D10616CAD}" dt="2026-04-17T12:29:57.215" v="32" actId="555"/>
          <ac:spMkLst>
            <pc:docMk/>
            <pc:sldMk cId="1040390922" sldId="256"/>
            <ac:spMk id="8" creationId="{00000000-0000-0000-0000-000000000000}"/>
          </ac:spMkLst>
        </pc:spChg>
        <pc:spChg chg="mod">
          <ac:chgData name="나은 한" userId="17669a69eaae83d9" providerId="LiveId" clId="{D9C96EC6-A2DD-4B95-8B34-822D10616CAD}" dt="2026-04-17T12:29:57.215" v="32" actId="555"/>
          <ac:spMkLst>
            <pc:docMk/>
            <pc:sldMk cId="1040390922" sldId="256"/>
            <ac:spMk id="10" creationId="{00000000-0000-0000-0000-000000000000}"/>
          </ac:spMkLst>
        </pc:spChg>
        <pc:spChg chg="mod">
          <ac:chgData name="나은 한" userId="17669a69eaae83d9" providerId="LiveId" clId="{D9C96EC6-A2DD-4B95-8B34-822D10616CAD}" dt="2026-04-17T12:30:38.933" v="43" actId="408"/>
          <ac:spMkLst>
            <pc:docMk/>
            <pc:sldMk cId="1040390922" sldId="256"/>
            <ac:spMk id="11" creationId="{00000000-0000-0000-0000-000000000000}"/>
          </ac:spMkLst>
        </pc:spChg>
        <pc:spChg chg="mod">
          <ac:chgData name="나은 한" userId="17669a69eaae83d9" providerId="LiveId" clId="{D9C96EC6-A2DD-4B95-8B34-822D10616CAD}" dt="2026-04-17T12:29:57.215" v="32" actId="555"/>
          <ac:spMkLst>
            <pc:docMk/>
            <pc:sldMk cId="1040390922" sldId="256"/>
            <ac:spMk id="12" creationId="{00000000-0000-0000-0000-000000000000}"/>
          </ac:spMkLst>
        </pc:spChg>
        <pc:spChg chg="mod">
          <ac:chgData name="나은 한" userId="17669a69eaae83d9" providerId="LiveId" clId="{D9C96EC6-A2DD-4B95-8B34-822D10616CAD}" dt="2026-04-17T12:30:20.656" v="42" actId="1038"/>
          <ac:spMkLst>
            <pc:docMk/>
            <pc:sldMk cId="1040390922" sldId="256"/>
            <ac:spMk id="14" creationId="{00000000-0000-0000-0000-000000000000}"/>
          </ac:spMkLst>
        </pc:spChg>
        <pc:spChg chg="mod">
          <ac:chgData name="나은 한" userId="17669a69eaae83d9" providerId="LiveId" clId="{D9C96EC6-A2DD-4B95-8B34-822D10616CAD}" dt="2026-04-17T12:30:43.886" v="44" actId="408"/>
          <ac:spMkLst>
            <pc:docMk/>
            <pc:sldMk cId="1040390922" sldId="256"/>
            <ac:spMk id="15" creationId="{00000000-0000-0000-0000-000000000000}"/>
          </ac:spMkLst>
        </pc:spChg>
        <pc:spChg chg="mod">
          <ac:chgData name="나은 한" userId="17669a69eaae83d9" providerId="LiveId" clId="{D9C96EC6-A2DD-4B95-8B34-822D10616CAD}" dt="2026-04-17T12:30:19.131" v="39" actId="1037"/>
          <ac:spMkLst>
            <pc:docMk/>
            <pc:sldMk cId="1040390922" sldId="256"/>
            <ac:spMk id="16" creationId="{00000000-0000-0000-0000-000000000000}"/>
          </ac:spMkLst>
        </pc:spChg>
        <pc:picChg chg="add del mod">
          <ac:chgData name="나은 한" userId="17669a69eaae83d9" providerId="LiveId" clId="{D9C96EC6-A2DD-4B95-8B34-822D10616CAD}" dt="2026-04-17T12:28:57.112" v="30" actId="478"/>
          <ac:picMkLst>
            <pc:docMk/>
            <pc:sldMk cId="1040390922" sldId="256"/>
            <ac:picMk id="18" creationId="{0635C3D4-080C-D9F8-38EC-788411958FCB}"/>
          </ac:picMkLst>
        </pc:picChg>
        <pc:picChg chg="add mod">
          <ac:chgData name="나은 한" userId="17669a69eaae83d9" providerId="LiveId" clId="{D9C96EC6-A2DD-4B95-8B34-822D10616CAD}" dt="2026-04-17T12:22:27.513" v="1"/>
          <ac:picMkLst>
            <pc:docMk/>
            <pc:sldMk cId="1040390922" sldId="256"/>
            <ac:picMk id="1025" creationId="{D6871520-D9D8-FC94-888F-3A43E8BF29B9}"/>
          </ac:picMkLst>
        </pc:picChg>
        <pc:picChg chg="add mod">
          <ac:chgData name="나은 한" userId="17669a69eaae83d9" providerId="LiveId" clId="{D9C96EC6-A2DD-4B95-8B34-822D10616CAD}" dt="2026-04-17T12:22:27.513" v="1"/>
          <ac:picMkLst>
            <pc:docMk/>
            <pc:sldMk cId="1040390922" sldId="256"/>
            <ac:picMk id="1026" creationId="{87250718-FCF3-F8E3-C609-004513A6B763}"/>
          </ac:picMkLst>
        </pc:picChg>
        <pc:picChg chg="add mod">
          <ac:chgData name="나은 한" userId="17669a69eaae83d9" providerId="LiveId" clId="{D9C96EC6-A2DD-4B95-8B34-822D10616CAD}" dt="2026-04-17T12:22:27.513" v="1"/>
          <ac:picMkLst>
            <pc:docMk/>
            <pc:sldMk cId="1040390922" sldId="256"/>
            <ac:picMk id="1027" creationId="{CD1427EF-520B-4F97-0D62-80C24FCEDC2D}"/>
          </ac:picMkLst>
        </pc:picChg>
        <pc:picChg chg="add mod">
          <ac:chgData name="나은 한" userId="17669a69eaae83d9" providerId="LiveId" clId="{D9C96EC6-A2DD-4B95-8B34-822D10616CAD}" dt="2026-04-17T12:22:27.513" v="1"/>
          <ac:picMkLst>
            <pc:docMk/>
            <pc:sldMk cId="1040390922" sldId="256"/>
            <ac:picMk id="1029" creationId="{C7D98C3C-D7D1-86A4-A868-4A352CA2E3D0}"/>
          </ac:picMkLst>
        </pc:picChg>
        <pc:picChg chg="add mod">
          <ac:chgData name="나은 한" userId="17669a69eaae83d9" providerId="LiveId" clId="{D9C96EC6-A2DD-4B95-8B34-822D10616CAD}" dt="2026-04-17T12:22:27.513" v="1"/>
          <ac:picMkLst>
            <pc:docMk/>
            <pc:sldMk cId="1040390922" sldId="256"/>
            <ac:picMk id="1030" creationId="{B73B004E-09C5-BDD7-D406-466E209D458D}"/>
          </ac:picMkLst>
        </pc:picChg>
        <pc:picChg chg="add mod">
          <ac:chgData name="나은 한" userId="17669a69eaae83d9" providerId="LiveId" clId="{D9C96EC6-A2DD-4B95-8B34-822D10616CAD}" dt="2026-04-17T12:22:27.513" v="1"/>
          <ac:picMkLst>
            <pc:docMk/>
            <pc:sldMk cId="1040390922" sldId="256"/>
            <ac:picMk id="1031" creationId="{0621CF76-1CC2-3D00-48FF-97FB8B0DA8E0}"/>
          </ac:picMkLst>
        </pc:picChg>
        <pc:picChg chg="add mod">
          <ac:chgData name="나은 한" userId="17669a69eaae83d9" providerId="LiveId" clId="{D9C96EC6-A2DD-4B95-8B34-822D10616CAD}" dt="2026-04-17T12:22:27.513" v="1"/>
          <ac:picMkLst>
            <pc:docMk/>
            <pc:sldMk cId="1040390922" sldId="256"/>
            <ac:picMk id="1032" creationId="{6FE8B0E0-1262-51EC-8238-84EB46F80B9F}"/>
          </ac:picMkLst>
        </pc:picChg>
        <pc:picChg chg="add mod">
          <ac:chgData name="나은 한" userId="17669a69eaae83d9" providerId="LiveId" clId="{D9C96EC6-A2DD-4B95-8B34-822D10616CAD}" dt="2026-04-17T12:22:27.513" v="1"/>
          <ac:picMkLst>
            <pc:docMk/>
            <pc:sldMk cId="1040390922" sldId="256"/>
            <ac:picMk id="1033" creationId="{D636E75A-8261-F18C-0D49-229609574F1B}"/>
          </ac:picMkLst>
        </pc:picChg>
        <pc:picChg chg="add mod">
          <ac:chgData name="나은 한" userId="17669a69eaae83d9" providerId="LiveId" clId="{D9C96EC6-A2DD-4B95-8B34-822D10616CAD}" dt="2026-04-17T12:22:27.513" v="1"/>
          <ac:picMkLst>
            <pc:docMk/>
            <pc:sldMk cId="1040390922" sldId="256"/>
            <ac:picMk id="1034" creationId="{3D4BFEE2-BA1B-4911-4A93-52E84CAD7F35}"/>
          </ac:picMkLst>
        </pc:picChg>
        <pc:picChg chg="add mod">
          <ac:chgData name="나은 한" userId="17669a69eaae83d9" providerId="LiveId" clId="{D9C96EC6-A2DD-4B95-8B34-822D10616CAD}" dt="2026-04-17T12:22:27.513" v="1"/>
          <ac:picMkLst>
            <pc:docMk/>
            <pc:sldMk cId="1040390922" sldId="256"/>
            <ac:picMk id="1035" creationId="{510AA53D-F426-47A4-A437-CA345F8DD68C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C54C86-8EF9-47F1-895E-B2A97286C30F}" type="datetimeFigureOut">
              <a:rPr lang="ko-KR" altLang="en-US" smtClean="0"/>
              <a:t>2026-04-17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79856-9A88-44BE-892D-124EBED813A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108962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C54C86-8EF9-47F1-895E-B2A97286C30F}" type="datetimeFigureOut">
              <a:rPr lang="ko-KR" altLang="en-US" smtClean="0"/>
              <a:t>2026-04-17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79856-9A88-44BE-892D-124EBED813A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12946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C54C86-8EF9-47F1-895E-B2A97286C30F}" type="datetimeFigureOut">
              <a:rPr lang="ko-KR" altLang="en-US" smtClean="0"/>
              <a:t>2026-04-17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79856-9A88-44BE-892D-124EBED813A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545070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C54C86-8EF9-47F1-895E-B2A97286C30F}" type="datetimeFigureOut">
              <a:rPr lang="ko-KR" altLang="en-US" smtClean="0"/>
              <a:t>2026-04-17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79856-9A88-44BE-892D-124EBED813A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70376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C54C86-8EF9-47F1-895E-B2A97286C30F}" type="datetimeFigureOut">
              <a:rPr lang="ko-KR" altLang="en-US" smtClean="0"/>
              <a:t>2026-04-17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79856-9A88-44BE-892D-124EBED813A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84179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C54C86-8EF9-47F1-895E-B2A97286C30F}" type="datetimeFigureOut">
              <a:rPr lang="ko-KR" altLang="en-US" smtClean="0"/>
              <a:t>2026-04-17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79856-9A88-44BE-892D-124EBED813A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79176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C54C86-8EF9-47F1-895E-B2A97286C30F}" type="datetimeFigureOut">
              <a:rPr lang="ko-KR" altLang="en-US" smtClean="0"/>
              <a:t>2026-04-17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79856-9A88-44BE-892D-124EBED813A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904452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C54C86-8EF9-47F1-895E-B2A97286C30F}" type="datetimeFigureOut">
              <a:rPr lang="ko-KR" altLang="en-US" smtClean="0"/>
              <a:t>2026-04-17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79856-9A88-44BE-892D-124EBED813A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17408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C54C86-8EF9-47F1-895E-B2A97286C30F}" type="datetimeFigureOut">
              <a:rPr lang="ko-KR" altLang="en-US" smtClean="0"/>
              <a:t>2026-04-17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79856-9A88-44BE-892D-124EBED813A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121811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C54C86-8EF9-47F1-895E-B2A97286C30F}" type="datetimeFigureOut">
              <a:rPr lang="ko-KR" altLang="en-US" smtClean="0"/>
              <a:t>2026-04-17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79856-9A88-44BE-892D-124EBED813A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10213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C54C86-8EF9-47F1-895E-B2A97286C30F}" type="datetimeFigureOut">
              <a:rPr lang="ko-KR" altLang="en-US" smtClean="0"/>
              <a:t>2026-04-17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79856-9A88-44BE-892D-124EBED813A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629355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C54C86-8EF9-47F1-895E-B2A97286C30F}" type="datetimeFigureOut">
              <a:rPr lang="ko-KR" altLang="en-US" smtClean="0"/>
              <a:t>2026-04-17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D79856-9A88-44BE-892D-124EBED813A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236454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 flipH="1">
            <a:off x="1731980" y="1371600"/>
            <a:ext cx="90041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 err="1">
                <a:latin typeface="HY헤드라인M" panose="02030600000101010101" pitchFamily="18" charset="-127"/>
                <a:ea typeface="HY헤드라인M" panose="02030600000101010101" pitchFamily="18" charset="-127"/>
              </a:rPr>
              <a:t>Lotusbio</a:t>
            </a:r>
            <a:r>
              <a:rPr lang="en-US" altLang="ko-KR" sz="20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 time temperature indicator quality evaluation machine learning </a:t>
            </a:r>
            <a:endParaRPr lang="ko-KR" altLang="en-US" sz="20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868" y="469306"/>
            <a:ext cx="946673" cy="1026006"/>
          </a:xfrm>
          <a:prstGeom prst="rect">
            <a:avLst/>
          </a:prstGeom>
        </p:spPr>
      </p:pic>
      <p:sp>
        <p:nvSpPr>
          <p:cNvPr id="6" name="직사각형 5"/>
          <p:cNvSpPr/>
          <p:nvPr/>
        </p:nvSpPr>
        <p:spPr>
          <a:xfrm>
            <a:off x="9625402" y="2881255"/>
            <a:ext cx="930537" cy="1124174"/>
          </a:xfrm>
          <a:prstGeom prst="rect">
            <a:avLst/>
          </a:prstGeom>
          <a:solidFill>
            <a:srgbClr val="317A95"/>
          </a:solidFill>
          <a:ln>
            <a:solidFill>
              <a:srgbClr val="317A9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/>
          <p:cNvSpPr/>
          <p:nvPr/>
        </p:nvSpPr>
        <p:spPr>
          <a:xfrm>
            <a:off x="10838332" y="2881255"/>
            <a:ext cx="930537" cy="1124174"/>
          </a:xfrm>
          <a:prstGeom prst="rect">
            <a:avLst/>
          </a:prstGeom>
          <a:solidFill>
            <a:srgbClr val="2A6980"/>
          </a:solidFill>
          <a:ln>
            <a:solidFill>
              <a:srgbClr val="2B6D8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6696641" y="2881255"/>
            <a:ext cx="930537" cy="1124174"/>
          </a:xfrm>
          <a:prstGeom prst="rect">
            <a:avLst/>
          </a:prstGeom>
          <a:solidFill>
            <a:srgbClr val="5087A0"/>
          </a:solidFill>
          <a:ln>
            <a:solidFill>
              <a:srgbClr val="5490A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모서리가 둥근 직사각형 8"/>
          <p:cNvSpPr/>
          <p:nvPr/>
        </p:nvSpPr>
        <p:spPr>
          <a:xfrm>
            <a:off x="8030600" y="2253727"/>
            <a:ext cx="4071755" cy="2307515"/>
          </a:xfrm>
          <a:prstGeom prst="roundRect">
            <a:avLst/>
          </a:prstGeom>
          <a:noFill/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/>
          <p:cNvSpPr/>
          <p:nvPr/>
        </p:nvSpPr>
        <p:spPr>
          <a:xfrm>
            <a:off x="8412472" y="2881255"/>
            <a:ext cx="930537" cy="1124174"/>
          </a:xfrm>
          <a:prstGeom prst="rect">
            <a:avLst/>
          </a:prstGeom>
          <a:solidFill>
            <a:srgbClr val="47839B"/>
          </a:solidFill>
          <a:ln>
            <a:solidFill>
              <a:srgbClr val="48879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/>
          <p:cNvSpPr/>
          <p:nvPr/>
        </p:nvSpPr>
        <p:spPr>
          <a:xfrm>
            <a:off x="5442483" y="2881255"/>
            <a:ext cx="930537" cy="1124174"/>
          </a:xfrm>
          <a:prstGeom prst="rect">
            <a:avLst/>
          </a:prstGeom>
          <a:solidFill>
            <a:srgbClr val="5E9CB0"/>
          </a:solidFill>
          <a:ln>
            <a:solidFill>
              <a:srgbClr val="5999A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/>
          <p:cNvSpPr/>
          <p:nvPr/>
        </p:nvSpPr>
        <p:spPr>
          <a:xfrm>
            <a:off x="4188325" y="2881255"/>
            <a:ext cx="930537" cy="1124174"/>
          </a:xfrm>
          <a:prstGeom prst="rect">
            <a:avLst/>
          </a:prstGeom>
          <a:solidFill>
            <a:srgbClr val="6BA9BE"/>
          </a:solidFill>
          <a:ln>
            <a:solidFill>
              <a:srgbClr val="6BA9B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모서리가 둥근 직사각형 12"/>
          <p:cNvSpPr/>
          <p:nvPr/>
        </p:nvSpPr>
        <p:spPr>
          <a:xfrm>
            <a:off x="3899655" y="2282413"/>
            <a:ext cx="4007223" cy="2307515"/>
          </a:xfrm>
          <a:prstGeom prst="roundRect">
            <a:avLst/>
          </a:prstGeom>
          <a:noFill/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/>
          <p:cNvSpPr/>
          <p:nvPr/>
        </p:nvSpPr>
        <p:spPr>
          <a:xfrm>
            <a:off x="2641670" y="2881255"/>
            <a:ext cx="930537" cy="1124174"/>
          </a:xfrm>
          <a:prstGeom prst="rect">
            <a:avLst/>
          </a:prstGeom>
          <a:solidFill>
            <a:srgbClr val="87B7C6"/>
          </a:solidFill>
          <a:ln>
            <a:solidFill>
              <a:srgbClr val="87B7C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/>
          <p:cNvSpPr/>
          <p:nvPr/>
        </p:nvSpPr>
        <p:spPr>
          <a:xfrm>
            <a:off x="1502262" y="2881255"/>
            <a:ext cx="930537" cy="1124174"/>
          </a:xfrm>
          <a:prstGeom prst="rect">
            <a:avLst/>
          </a:prstGeom>
          <a:solidFill>
            <a:srgbClr val="A2C5D0"/>
          </a:solidFill>
          <a:ln>
            <a:solidFill>
              <a:srgbClr val="A2C5D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/>
          <p:cNvSpPr/>
          <p:nvPr/>
        </p:nvSpPr>
        <p:spPr>
          <a:xfrm>
            <a:off x="362854" y="2881255"/>
            <a:ext cx="930537" cy="1124174"/>
          </a:xfrm>
          <a:prstGeom prst="rect">
            <a:avLst/>
          </a:prstGeom>
          <a:solidFill>
            <a:srgbClr val="E5E7E5"/>
          </a:solidFill>
          <a:ln>
            <a:solidFill>
              <a:srgbClr val="E5E7E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모서리가 둥근 직사각형 16"/>
          <p:cNvSpPr/>
          <p:nvPr/>
        </p:nvSpPr>
        <p:spPr>
          <a:xfrm>
            <a:off x="104021" y="2300339"/>
            <a:ext cx="3698811" cy="2307515"/>
          </a:xfrm>
          <a:prstGeom prst="roundRect">
            <a:avLst/>
          </a:prstGeom>
          <a:noFill/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TextBox 19"/>
          <p:cNvSpPr txBox="1"/>
          <p:nvPr/>
        </p:nvSpPr>
        <p:spPr>
          <a:xfrm>
            <a:off x="43030" y="5061473"/>
            <a:ext cx="116720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After              0-3 day                                           3-7 day                                              7-10 day</a:t>
            </a:r>
            <a:endParaRPr lang="ko-KR" altLang="en-US" b="1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3030" y="5533018"/>
            <a:ext cx="119517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Quality status</a:t>
            </a:r>
          </a:p>
          <a:p>
            <a:r>
              <a:rPr lang="en-US" altLang="ko-KR" b="1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                   Fresh quality                          Good to use quality                                  Within days quality</a:t>
            </a:r>
            <a:endParaRPr lang="ko-KR" altLang="en-US" b="1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403909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27</Words>
  <Application>Microsoft Office PowerPoint</Application>
  <PresentationFormat>와이드스크린</PresentationFormat>
  <Paragraphs>4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5" baseType="lpstr">
      <vt:lpstr>HY헤드라인M</vt:lpstr>
      <vt:lpstr>맑은 고딕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신한승</dc:creator>
  <cp:lastModifiedBy>나은 한</cp:lastModifiedBy>
  <cp:revision>5</cp:revision>
  <dcterms:created xsi:type="dcterms:W3CDTF">2026-04-17T11:15:05Z</dcterms:created>
  <dcterms:modified xsi:type="dcterms:W3CDTF">2026-04-17T12:30:45Z</dcterms:modified>
</cp:coreProperties>
</file>